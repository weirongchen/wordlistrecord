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E64C-1E94-15E9-57E1-AE1CC5C6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7B878-E008-669B-DE85-FBEDB0792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20731-7DAE-FC76-88F8-04839CF5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4C01-10D3-1A82-0946-79056910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F41D2-51A8-B778-99C9-3789378A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3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CF43-995D-608A-DE99-34E9CDD4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C93AA-2B63-47FA-01C1-95F8058B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3E37B-7423-5829-6C99-0717EE75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0CC00-A36A-D4AF-EF92-BF89ACC3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BAB04-0B9A-BF35-57F3-F05A5E39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0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E215-25ED-5FAB-DE82-513F20D8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2AF7F-C51A-A66F-F42A-4548E054D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73FF-CDE1-CBB6-498B-BBE99917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2C80-7EFD-AA13-CB11-C54F3938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83280-E646-16C2-2BED-2C5AFF22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8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FE42-683F-A2C4-788E-6708B61D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7506C-1AA5-711B-A4C1-8C1F002BF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C8E29-48E0-D81C-060B-779B6B4AC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C62CF-9358-92A8-A0FB-552BA317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05750-4F99-E995-423D-1987C561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45D1D-63F2-D050-5432-967CC9C1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5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A70A-0505-1205-CEE0-DDB59299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13FA3-5CD6-8D96-B908-40988F1D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141AD-63AB-ABF1-45DA-39AE22BCD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1A83C-F805-C1EA-E650-A0AEC4C7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07903-0CAB-8EE8-156B-BE47D6150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0EFEF-A750-5968-FFFD-54E09BDC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66C10-7B0F-8796-EE77-E1A899F6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213D7-DFAC-8F04-89DC-053A589D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1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3A842-D40E-268F-C81E-2D827A68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EB08A-C2B1-2D9C-53AF-D56E106E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CBAF9-18C6-8A28-339B-5646115D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4FE8B-C448-75D3-23B2-ABE2F8D4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5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9EA85-6506-86CC-6FC7-49E17F8F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2BD16-4569-DEA2-09A6-1453601F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44247-09D5-CDD8-A8CB-3CC4B35A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6DC1-8404-026B-F4FB-B4F33D36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643A-84A9-96BD-04FF-FBD022C4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E377-CA5E-A6D9-8804-E031DAD98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81824-638E-91DD-8D66-5CDBE1B8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097F4-A05B-DA5F-1A4D-68845DE3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1D05D-4C18-560E-627B-43A6A59B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6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D96D-E5F9-995D-182C-BCDB9775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20ACF-768B-33A3-D681-77AFCFED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6EFA-1D27-776E-6065-F83EB9092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75041-AC63-94FB-C5A4-426033B4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163AF-FFA2-7341-93C6-95893D5C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88BD2-CDBF-02D3-ED74-3A2EFE65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7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684C-D247-58C4-EE46-84FBC4BA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31964-21C3-2817-E860-0A4A37B51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C380-5BF5-B008-C750-3E4C8B08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BFB9-91EE-D649-4A5F-0CF8F9D4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FB2E-5646-6A33-BEFE-C90C21C4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45C61-22C6-ADE4-B678-70FA8C65C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7D042-C3C8-A6CB-39CE-42DD34182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BF97B-75AD-560F-3023-F6EF6F64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1496-489C-40D7-B0DA-4512CE55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6A3D5-06E0-8C7D-2EF3-DA02AB08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5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DE509-BDD5-30A7-E741-7FDFC4AF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A326B-F1A6-A295-686F-11286784A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CF552-D399-E1B4-8FD1-B1147F55C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93800-0FB0-4618-A45D-402ED208A19D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F12D0-8BAF-A185-B0E1-03DBF2E41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9BD56-F969-F3BA-8CC2-2C7554F84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4B5B8-7C70-487C-B7AD-DBD99660A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1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07C1-8B65-2BAC-FC8A-9E7483DB6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Activate VBA in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31083-C65A-1B3A-416D-F93E16175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3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FB310-ACFF-B0D5-6675-7F5E850D8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278" y="1830210"/>
            <a:ext cx="5542722" cy="262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4940F8-1068-D850-052B-29FC7C442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488" y="365125"/>
            <a:ext cx="2843051" cy="645775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B937F0-28EB-E410-C23D-1C7DE1B59A97}"/>
              </a:ext>
            </a:extLst>
          </p:cNvPr>
          <p:cNvCxnSpPr/>
          <p:nvPr/>
        </p:nvCxnSpPr>
        <p:spPr>
          <a:xfrm flipH="1" flipV="1">
            <a:off x="851451" y="2511007"/>
            <a:ext cx="270163" cy="8312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922963-DE0F-21FE-93B3-0E4C63D685F0}"/>
              </a:ext>
            </a:extLst>
          </p:cNvPr>
          <p:cNvCxnSpPr/>
          <p:nvPr/>
        </p:nvCxnSpPr>
        <p:spPr>
          <a:xfrm>
            <a:off x="7560958" y="6609522"/>
            <a:ext cx="64332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78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6D67-8936-9A6C-AC8F-83FBC3B5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0FA8-EE1C-B872-8E8D-23B6BDBDF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E99EA-4D22-D87A-F623-9D177907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73" y="681037"/>
            <a:ext cx="7545393" cy="587971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50B92C-9644-CCA0-4033-5BA80BBB9F48}"/>
              </a:ext>
            </a:extLst>
          </p:cNvPr>
          <p:cNvCxnSpPr/>
          <p:nvPr/>
        </p:nvCxnSpPr>
        <p:spPr>
          <a:xfrm flipH="1" flipV="1">
            <a:off x="4270060" y="3170021"/>
            <a:ext cx="270163" cy="8312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3738FC-C3FC-DC60-C1FB-1476870606B2}"/>
              </a:ext>
            </a:extLst>
          </p:cNvPr>
          <p:cNvCxnSpPr>
            <a:cxnSpLocks/>
          </p:cNvCxnSpPr>
          <p:nvPr/>
        </p:nvCxnSpPr>
        <p:spPr>
          <a:xfrm flipV="1">
            <a:off x="7523922" y="4187126"/>
            <a:ext cx="516381" cy="3351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4622A-2416-01C2-C75B-16BC270F3DE3}"/>
              </a:ext>
            </a:extLst>
          </p:cNvPr>
          <p:cNvSpPr/>
          <p:nvPr/>
        </p:nvSpPr>
        <p:spPr>
          <a:xfrm>
            <a:off x="7782112" y="3949528"/>
            <a:ext cx="2057400" cy="306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1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D7A5-DFE4-E02F-2453-2D3E0A29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E2DA-C277-4BEB-2107-E1C703453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6E8FD-7300-4350-95D4-A00A420F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09" y="1690688"/>
            <a:ext cx="9183382" cy="24101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5070AE-131D-93C2-ACB5-C12913F5E95C}"/>
              </a:ext>
            </a:extLst>
          </p:cNvPr>
          <p:cNvCxnSpPr/>
          <p:nvPr/>
        </p:nvCxnSpPr>
        <p:spPr>
          <a:xfrm flipH="1" flipV="1">
            <a:off x="9041295" y="2313108"/>
            <a:ext cx="270163" cy="8312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E22EDC-4B2D-0519-18AF-C6E45146BA47}"/>
              </a:ext>
            </a:extLst>
          </p:cNvPr>
          <p:cNvCxnSpPr/>
          <p:nvPr/>
        </p:nvCxnSpPr>
        <p:spPr>
          <a:xfrm flipH="1" flipV="1">
            <a:off x="2912164" y="3233272"/>
            <a:ext cx="270163" cy="8312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8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474E-5C3A-D5E8-C693-99890EB5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055D51-1299-5D5F-8F9C-861B63A7A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598" y="1910264"/>
            <a:ext cx="9516803" cy="41820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BEE25A-8532-52AD-252A-1CB1BD918596}"/>
              </a:ext>
            </a:extLst>
          </p:cNvPr>
          <p:cNvSpPr/>
          <p:nvPr/>
        </p:nvSpPr>
        <p:spPr>
          <a:xfrm>
            <a:off x="4393096" y="3637722"/>
            <a:ext cx="5357191" cy="238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6DE5C-7A08-198E-D7C5-A951FAE03D9E}"/>
              </a:ext>
            </a:extLst>
          </p:cNvPr>
          <p:cNvSpPr/>
          <p:nvPr/>
        </p:nvSpPr>
        <p:spPr>
          <a:xfrm>
            <a:off x="4118113" y="4870174"/>
            <a:ext cx="3356113" cy="377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3DDC55-895D-3F2E-D2D6-E733F1657C82}"/>
              </a:ext>
            </a:extLst>
          </p:cNvPr>
          <p:cNvCxnSpPr>
            <a:cxnSpLocks/>
          </p:cNvCxnSpPr>
          <p:nvPr/>
        </p:nvCxnSpPr>
        <p:spPr>
          <a:xfrm>
            <a:off x="1143000" y="3876261"/>
            <a:ext cx="944217" cy="457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05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How to Activate VBA in Excel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Weirong Chen</dc:creator>
  <cp:lastModifiedBy>Weirong Chen</cp:lastModifiedBy>
  <cp:revision>4</cp:revision>
  <dcterms:created xsi:type="dcterms:W3CDTF">2025-08-18T08:31:23Z</dcterms:created>
  <dcterms:modified xsi:type="dcterms:W3CDTF">2025-08-18T08:41:30Z</dcterms:modified>
</cp:coreProperties>
</file>